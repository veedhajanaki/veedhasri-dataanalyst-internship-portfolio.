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 SemiBol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SemiBold-bold.fntdata"/><Relationship Id="rId16" Type="http://schemas.openxmlformats.org/officeDocument/2006/relationships/font" Target="fonts/PlayfairDisplay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612ee9f3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612ee9f3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12ee9f3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12ee9f3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12ee9f3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12ee9f3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612ee9f3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612ee9f3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12ee9f3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12ee9f3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12ee9f3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612ee9f3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12ee9f32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12ee9f32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12ee9f32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12ee9f32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12ee9f32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612ee9f32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Storytelling &amp; Statistical Validation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ApexPlanet Data Analytics Internship – Task 4 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097725" y="3883525"/>
            <a:ext cx="37347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By - Manisha </a:t>
            </a:r>
            <a:r>
              <a:rPr lang="en" sz="1800">
                <a:solidFill>
                  <a:schemeClr val="dk2"/>
                </a:solidFill>
              </a:rPr>
              <a:t>Gurugubelli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Offer ID - APSPL2644081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Objective 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objective of this project is to analyze customer sales data, identify meaningful business insights, validate findings using statistical testing, and present actionable recommendations to support data-driven decision-making.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Objectives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Analyze customer purchasing behavior.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Identify important sales trends and patterns.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Validate findings using statistical analysis.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Present business recommendations based on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Dataset Summary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📊 </a:t>
            </a:r>
            <a:r>
              <a:rPr b="1" lang="en" sz="1100">
                <a:solidFill>
                  <a:schemeClr val="dk1"/>
                </a:solidFill>
              </a:rPr>
              <a:t>Records:</a:t>
            </a:r>
            <a:r>
              <a:rPr lang="en" sz="1100">
                <a:solidFill>
                  <a:schemeClr val="dk1"/>
                </a:solidFill>
              </a:rPr>
              <a:t> 1,000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📋 </a:t>
            </a:r>
            <a:r>
              <a:rPr b="1" lang="en" sz="1100">
                <a:solidFill>
                  <a:schemeClr val="dk1"/>
                </a:solidFill>
              </a:rPr>
              <a:t>Features:</a:t>
            </a:r>
            <a:r>
              <a:rPr lang="en" sz="1100">
                <a:solidFill>
                  <a:schemeClr val="dk1"/>
                </a:solidFill>
              </a:rPr>
              <a:t> 17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Missing Values:</a:t>
            </a:r>
            <a:r>
              <a:rPr lang="en" sz="1100">
                <a:solidFill>
                  <a:schemeClr val="dk1"/>
                </a:solidFill>
              </a:rPr>
              <a:t> None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📅 </a:t>
            </a:r>
            <a:r>
              <a:rPr b="1" lang="en" sz="1100">
                <a:solidFill>
                  <a:schemeClr val="dk1"/>
                </a:solidFill>
              </a:rPr>
              <a:t>Time Period:</a:t>
            </a:r>
            <a:r>
              <a:rPr lang="en" sz="1100">
                <a:solidFill>
                  <a:schemeClr val="dk1"/>
                </a:solidFill>
              </a:rPr>
              <a:t> Sales Transaction Data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Variables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Customer Details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Product &amp; Category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Quantity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Total Sales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Gender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Order Date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 Status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✔ Cleaned and ready for analysis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Story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organization wants to better understand customer purchasing behavior and identify the factors that influence revenue generation.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Previous analysis (Tasks 1–3) revealed valuable insights through exploratory data analysis and an interactive Power BI dashboard. These insights highlighted revenue trends across different cities, product categories, and customer segments.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strengthen these findings, statistical validation was performed to determine whether customer gender has a significant impact on average order value.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enables data-driven business decisions rather than relying on assumptions.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Business Insights 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366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Key Business Insights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Monthly sales exhibit clear trends across the year.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Revenue varies significantly between different product categories.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Certain cities contribute a larger share of total revenue.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Some products consistently generate higher sales.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Customer demographics provide useful segmentation information.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Interactive Power BI dashboards enable efficient business monitoring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025" y="0"/>
            <a:ext cx="50219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 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017725"/>
            <a:ext cx="8520600" cy="3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Statistical Validation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Business Question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Does customer gender significantly affect the average order value?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Null Hypothesis (H₀)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There is </a:t>
            </a:r>
            <a:r>
              <a:rPr b="1" lang="en" sz="1200">
                <a:solidFill>
                  <a:schemeClr val="dk1"/>
                </a:solidFill>
              </a:rPr>
              <a:t>no significant difference</a:t>
            </a:r>
            <a:r>
              <a:rPr lang="en" sz="1200">
                <a:solidFill>
                  <a:schemeClr val="dk1"/>
                </a:solidFill>
              </a:rPr>
              <a:t> in the average order value between male and female customers.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Alternative Hypothesis (H₁)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There </a:t>
            </a:r>
            <a:r>
              <a:rPr b="1" lang="en" sz="1200">
                <a:solidFill>
                  <a:schemeClr val="dk1"/>
                </a:solidFill>
              </a:rPr>
              <a:t>is a significant difference</a:t>
            </a:r>
            <a:r>
              <a:rPr lang="en" sz="1200">
                <a:solidFill>
                  <a:schemeClr val="dk1"/>
                </a:solidFill>
              </a:rPr>
              <a:t> in the average order value between male and female customers.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Statistical Test Used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Independent Two-Sample T-Test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Significance Level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α = 0.05 (95% Confidence Level)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Results 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Statistical Results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Test Used: Independent Two-Sample T-Test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T-Statistic: 0.682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P-Value: 0.495389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Significance Level (α): 0.05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Conclusion: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Since the p-value (0.495389) is greater than 0.05, we fail to reject the null hypothesis.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• There is no statistically significant difference in the average order value between male and female customers.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Business Conclusion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Business Conclusion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chemeClr val="dk1"/>
                </a:solidFill>
              </a:rPr>
              <a:t>The statistical analysis indicates that customer gender does not significantly influence average order value.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chemeClr val="dk1"/>
                </a:solidFill>
              </a:rPr>
              <a:t>Although male customers have a slightly higher average order value than female customers, the difference is not statistically significant.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chemeClr val="dk1"/>
                </a:solidFill>
              </a:rPr>
              <a:t>Business decisions should therefore focus on variables with stronger business impact, such as:</a:t>
            </a:r>
            <a:endParaRPr sz="2300">
              <a:solidFill>
                <a:schemeClr val="dk1"/>
              </a:solidFill>
            </a:endParaRPr>
          </a:p>
          <a:p>
            <a:pPr indent="-31988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Product Category</a:t>
            </a:r>
            <a:endParaRPr sz="2300">
              <a:solidFill>
                <a:schemeClr val="dk1"/>
              </a:solidFill>
            </a:endParaRPr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Customer Location</a:t>
            </a:r>
            <a:endParaRPr sz="2300">
              <a:solidFill>
                <a:schemeClr val="dk1"/>
              </a:solidFill>
            </a:endParaRPr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Seasonal Trends</a:t>
            </a:r>
            <a:endParaRPr sz="2300">
              <a:solidFill>
                <a:schemeClr val="dk1"/>
              </a:solidFill>
            </a:endParaRPr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Promotional Campaigns</a:t>
            </a:r>
            <a:endParaRPr sz="2300">
              <a:solidFill>
                <a:schemeClr val="dk1"/>
              </a:solidFill>
            </a:endParaRPr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Customer Purchasing Behavior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Based on the analysis, the following recommendations are proposed: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Focus marketing campaigns on high-performing product categories.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Increase promotional efforts in cities with higher revenue potential.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Analyze customer age groups for additional segmentation opportunities.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Continue monitoring seasonal sales trends to improve inventory planning.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 statistical validation before implementing business strategies.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2912850" y="19252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Thank You 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